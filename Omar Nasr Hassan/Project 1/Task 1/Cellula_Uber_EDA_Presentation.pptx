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39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arnasr9975/Cellula-Task-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F5AA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FC3E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Fare Prediction Project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actually drive the fare — and which only look like they do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E53C54B-FF98-5511-6525-421E20C66922}"/>
              </a:ext>
            </a:extLst>
          </p:cNvPr>
          <p:cNvSpPr/>
          <p:nvPr/>
        </p:nvSpPr>
        <p:spPr>
          <a:xfrm>
            <a:off x="263371" y="5484181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ElDawy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Intern — Cellula Technologies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Week 1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u="sng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github.com/omarnasr9975/Cellula-Task-1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Cleaning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Uber ride records — from raw export to analysis-ready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loaded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481,437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0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as invalid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 applied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172968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232404"/>
            <a:ext cx="137160" cy="137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" y="309067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trips (via key) and non-useful ID columns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172968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3232404"/>
            <a:ext cx="137160" cy="137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56248" y="309067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with nulls, negative fares, and zero passengers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3703320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762756"/>
            <a:ext cx="137160" cy="1371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2688" y="362102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coordinates &amp; bearing: converted radians → degrees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3703320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3762756"/>
            <a:ext cx="137160" cy="1371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56248" y="362102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pickups/dropoffs to real NYC geographic bounds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4233672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293108"/>
            <a:ext cx="137160" cy="1371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2688" y="415137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physically impossible fare/distance combinations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172200" y="4233672"/>
            <a:ext cx="256032" cy="256032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4293108"/>
            <a:ext cx="137160" cy="1371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56248" y="415137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names; resolved a duplicated weekday column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4828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&amp; distance snapshot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93792"/>
          <a:ext cx="7498080" cy="1036320"/>
        </p:xfrm>
        <a:graphic>
          <a:graphicData uri="http://schemas.openxmlformats.org/drawingml/2006/table">
            <a:tbl>
              <a:tblPr/>
              <a:tblGrid>
                <a:gridCol w="249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 Amount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(km)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Passenger Count Affect Fare?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passenger_count (discrete) vs fare_amount — a lesson in misleading visuals</a:t>
            </a:r>
            <a:endParaRPr lang="en-US" sz="1300" dirty="0"/>
          </a:p>
        </p:txBody>
      </p:sp>
      <p:pic>
        <p:nvPicPr>
          <p:cNvPr id="4" name="Image 0" descr="/home/claude/pptx_project/images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120640" cy="3288734"/>
          </a:xfrm>
          <a:prstGeom prst="rect">
            <a:avLst/>
          </a:prstGeom>
        </p:spPr>
      </p:pic>
      <p:pic>
        <p:nvPicPr>
          <p:cNvPr id="5" name="Image 1" descr="/home/claude/pptx_project/images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4545941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scatter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09360" y="1143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boxplot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230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suggested passenger_count=1 rides had higher fares — but that group has 334K rides vs. just 10K for count=4. Comparing true averages shows fares are nearly flat ($11.16–$12.37) across all group sizes. Passenger count has no real effect on fare.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Condition &amp; Traffic: Do They Change the Price?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car_condition / traffic_condition (categorical) vs fare_amount</a:t>
            </a:r>
            <a:endParaRPr lang="en-US" sz="1300" dirty="0"/>
          </a:p>
        </p:txBody>
      </p:sp>
      <p:pic>
        <p:nvPicPr>
          <p:cNvPr id="4" name="Image 0" descr="/home/claude/pptx_project/images/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188823" cy="3383280"/>
          </a:xfrm>
          <a:prstGeom prst="rect">
            <a:avLst/>
          </a:prstGeom>
        </p:spPr>
      </p:pic>
      <p:pic>
        <p:nvPicPr>
          <p:cNvPr id="5" name="Image 1" descr="/home/claude/pptx_project/images/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4958063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1846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condition (≈11.28–$11.35) and traffic level (≈11.28–$11.34) both show essentially flat average fares across every category, with balanced sample sizes (~120K and ~160K rides per group). Neither vehicle condition nor traffic congestion affects what riders pay.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and Demand by Hour of 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hour (ordered) vs fare_amount, and ride frequency by hour</a:t>
            </a:r>
            <a:endParaRPr lang="en-US" sz="1300" dirty="0"/>
          </a:p>
        </p:txBody>
      </p:sp>
      <p:pic>
        <p:nvPicPr>
          <p:cNvPr id="4" name="Image 0" descr="/home/claude/pptx_project/images/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120640" cy="2863204"/>
          </a:xfrm>
          <a:prstGeom prst="rect">
            <a:avLst/>
          </a:prstGeom>
        </p:spPr>
      </p:pic>
      <p:pic>
        <p:nvPicPr>
          <p:cNvPr id="5" name="Image 1" descr="/home/claude/pptx_project/images/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120640" cy="276691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1846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peaks at 5AM (~$15.1) while ride demand is at its lowest that hour (~5K rides). Demand actually peaks in the evening (6–10PM, ~30K rides/hr) when fares are near their lowest. Fare and demand move in opposite directions — this rules out surge pricing; the 5AM peak reflects longer average trip distance, not higher demand.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Is the Real Driver of Fare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4863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project/images/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37431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0.85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68096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fare — the strongest of any variable tested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593592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3653028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65008" y="351129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rises consistently as distance increases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7680960" y="4279392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4338828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5008" y="419709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passengers, car condition, traffic and hour all appeared to matter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7680960" y="4965192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5024628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65008" y="488289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was really a proxy for distance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Weather Change How Far People Travel?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weather (categorical) vs distance</a:t>
            </a:r>
            <a:endParaRPr lang="en-US" sz="1300" dirty="0"/>
          </a:p>
        </p:txBody>
      </p:sp>
      <p:pic>
        <p:nvPicPr>
          <p:cNvPr id="4" name="Image 0" descr="/home/claude/pptx_project/images/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71" y="1417320"/>
            <a:ext cx="6760778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6418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distance is nearly identical across all 5 weather conditions (3.36–3.37 km, medians 2.18–2.19 km). Weather has no meaningful effect on how far people travel.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Airport Trips More Expensive?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jfk_dist / ewr_dist / lga_dist vs fare_amount</a:t>
            </a:r>
            <a:endParaRPr lang="en-US" sz="1300" dirty="0"/>
          </a:p>
        </p:txBody>
      </p:sp>
      <p:pic>
        <p:nvPicPr>
          <p:cNvPr id="4" name="Image 0" descr="/home/claude/pptx_project/images/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794351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distance vs fare — raw correlation is misleading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72084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Airport-area trips (&lt; 2km) vs. all other trips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892040" cy="1371600"/>
        </p:xfrm>
        <a:graphic>
          <a:graphicData uri="http://schemas.openxmlformats.org/drawingml/2006/table">
            <a:tbl>
              <a:tblPr/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Trips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$61.50*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720840" y="3364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*EWR sample too small (n=3) to be reliable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20840" y="37947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raw correlation misleads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720840" y="4187952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247388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04888" y="4105656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correlation is negative (-0.47) — dominated by 481K short, unrelated city trips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720840" y="4754880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814316"/>
            <a:ext cx="137160" cy="1371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4888" y="4672584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is closer to Manhattan → shorter trips → lower fares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720840" y="5321808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5381244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04888" y="5239512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isolating true airport pickups reveals the real premium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Factors Tested — Still No Effect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month, and rush hour all trace back to the same conclusion</a:t>
            </a:r>
            <a:endParaRPr lang="en-US" sz="1300" dirty="0"/>
          </a:p>
        </p:txBody>
      </p:sp>
      <p:pic>
        <p:nvPicPr>
          <p:cNvPr id="4" name="Image 0" descr="/home/claude/pptx_project/images/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566160" cy="2750215"/>
          </a:xfrm>
          <a:prstGeom prst="rect">
            <a:avLst/>
          </a:prstGeom>
        </p:spPr>
      </p:pic>
      <p:pic>
        <p:nvPicPr>
          <p:cNvPr id="5" name="Image 1" descr="/home/claude/pptx_project/images/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71600"/>
            <a:ext cx="3566160" cy="1938915"/>
          </a:xfrm>
          <a:prstGeom prst="rect">
            <a:avLst/>
          </a:prstGeom>
        </p:spPr>
      </p:pic>
      <p:pic>
        <p:nvPicPr>
          <p:cNvPr id="6" name="Image 2" descr="/home/claude/pptx_project/images/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371600"/>
            <a:ext cx="3566160" cy="273263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4375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822960" y="4892040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" y="4951476"/>
            <a:ext cx="137160" cy="1371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07008" y="4809744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Weekend: $11.32 vs $11.27 — flat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822960" y="5294376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" y="5353812"/>
            <a:ext cx="137160" cy="1371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07008" y="5212080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fares hover near $11 all year — flat once viewed on a true scale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822960" y="5696712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" y="5756148"/>
            <a:ext cx="137160" cy="1371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07008" y="5614416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 vs Non-Rush Hour: $10.90 vs $11.49 — the small gap is explained by shorter rush-hour trips (3.12 vs 3.47 km), not timing itself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TIME-BASED EFFECT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Fares Genuinely Rose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96212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project/images/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321892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68096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increase from 2009 ($9.96) to 2015 ($12.96)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3744468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65008" y="360273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rose only ~7% over the same years — too small to explain the jump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7680960" y="4398264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4457700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5008" y="431596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pattern in this analysis that isn't a distance effect in disguise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7680960" y="5111496"/>
            <a:ext cx="256032" cy="256032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517093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65008" y="50292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reflects inflation or fare-rate changes over time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F5AA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EDA means for Task 2 (modeling)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10512"/>
            <a:ext cx="310896" cy="310896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888236"/>
            <a:ext cx="155448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09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the dominant driver of fare (r = 0.85) — the single most important feature for modeling.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2706624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784348"/>
            <a:ext cx="155448" cy="155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06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count, car condition, traffic, weather, weekday/weekend, rush hour, and month all show no real effect once distance is accounted for.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31520" y="3602736"/>
            <a:ext cx="310896" cy="310896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680460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5021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airport-area trips (JFK) do cost more — but only once isolated from the misleading overall correlation.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731520" y="4498848"/>
            <a:ext cx="310896" cy="310896"/>
          </a:xfrm>
          <a:prstGeom prst="ellipse">
            <a:avLst/>
          </a:prstGeom>
          <a:solidFill>
            <a:srgbClr val="4FC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4576572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39826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rose ~30% from 2009–2015 — a real trend not explained by distance, likely inflation or rate changes.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731520" y="5394960"/>
            <a:ext cx="310896" cy="310896"/>
          </a:xfrm>
          <a:prstGeom prst="ellipse">
            <a:avLst/>
          </a:prstGeom>
          <a:solidFill>
            <a:srgbClr val="1F5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472684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294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lesson: always test whether an apparent pattern is real, or just a proxy for a stronger underlying variable.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Uber Fare Prediction — Task 1 EDA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1026</Words>
  <Application>Microsoft Office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Fare Prediction — Exploratory Data Analysis</dc:title>
  <dc:subject>PptxGenJS Presentation</dc:subject>
  <dc:creator>Omar ElDawy</dc:creator>
  <cp:lastModifiedBy>Omar Nasr Hassan Mahmoud Aldawy</cp:lastModifiedBy>
  <cp:revision>4</cp:revision>
  <dcterms:created xsi:type="dcterms:W3CDTF">2026-07-07T11:33:50Z</dcterms:created>
  <dcterms:modified xsi:type="dcterms:W3CDTF">2026-07-07T13:20:28Z</dcterms:modified>
</cp:coreProperties>
</file>